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25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tema: implementacao do modulo de internacao dentro do banco da clinica que ja existia da disciplina. Esclareça que o grupo ficou responsavel apenas pela parte de internacao, integrando com pacientes e medicos pre-existentes.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o escopo foi delimitado para a parte de internacao da clinica. Quartos sao filhos dos ambulatorios ja existentes. Leitos sao filhos dos quartos. A tabela internacoes amarra paciente, medico e leito. Destaque as cardinalidades: 1 quarto pode ter varios leitos, mas um leito so atende um paciente por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as 6 entidades: ambulatorios, quartos, leitos, pacientes, medicos, internacoes. Cite os 6 relacionamentos: possui, contem, ocupa, realiza, responsavel, alocado. Mostre que todas as cardinalidades sao 1:N, sem N:N — o que dispensa tabelas associativas.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que a FK sempre fica na entidade do lado (1,1) do relacionamento. A tabela internacoes concentra 3 FKs: fk_leitos_codl, fk_pacientes_codp, fk_medicos_codm. Cada paciente em internacao ocupa exatamente um leito, esta sob um medico responsavel.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diagrama gerado direto pelo DBeaver — refletindo a estrutura real no PostgreSQL. Aponte: tipos de dados (int4, varchar, date), PKs em negrito, e a view vw_internacoes_ativas no canto. A view aparece junto das tabelas porque tambem e um objeto do banco usado pelo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as 3 tabelas novas. Destaque que todas usam IDENTITY (padrao moderno do PostgreSQL, substitui o SERIAL antigo). Mostre as CHECK constraints: tipo de quarto e status do leito. A tabela internacoes é o nucleo, amarrando paciente, medico e leito.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VIEW: explique que e usada pelo sistema para listar internacoes em curso com tudo agregado num so SELECT. PROCEDURE: ela centraliza a logica de internacao — sem ela, o usuario precisaria fazer 2 operacoes (insert + update). Se chamar com leito ocupado, lanca exception. TRIGGER: garante consistencia automatica — basta marcar a alta (data_saida) e o leito e liberado sem precisar atualizar manualmente.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como o sistema usaria o banco no dia a dia. Passo 1: registrar a internacao via procedure (uma unica chamada faz tudo). Passo 2: consultar quem esta internado usando a view. Passo 3: ao dar alta basta atualizar data_saida — a trigger libera o leito sozinha. Conclusao: a logica fica centralizada no banco, evitando inconsistencia entre status do leito e internacao.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agradecendo e abra para perguntas. Tenha o DBeaver aberto caso o professor queira ver alguma query rodando ao vivo. Possiveis perguntas: por que IDENTITY e nao SERIAL; por que usar procedure ao inves de logica no backend; como funciona o lock do leito em concorrencia (resposta: o status + a procedure resolvem o caso comum).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4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Internação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Final | Sistema de </a:t>
            </a:r>
            <a:r>
              <a:rPr lang="en-US" sz="1800" i="1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r>
              <a:rPr lang="en-US" sz="18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i="1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800" i="1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eitos</a:t>
            </a:r>
            <a:r>
              <a:rPr lang="en-US" sz="18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8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</a:t>
            </a: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Alvaro Gianni Pagliari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Acadêmico: </a:t>
            </a: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Rama e Alberto </a:t>
            </a:r>
            <a:r>
              <a:rPr lang="en-US" sz="13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Buzzolaro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UNOESC </a:t>
            </a:r>
            <a:r>
              <a:rPr lang="en-US" sz="11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Chapecó</a:t>
            </a: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1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</a:t>
            </a: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1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</a:t>
            </a: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Sistemas da </a:t>
            </a:r>
            <a:r>
              <a:rPr lang="en-US" sz="1100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e regras de </a:t>
            </a:r>
            <a:r>
              <a:rPr lang="en-US" sz="3000" b="1" dirty="0" err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negócio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</a:t>
            </a:r>
            <a:r>
              <a:rPr lang="en-US" sz="1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</a:t>
            </a: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0FBFA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quarto → N leitos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quarto pode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coletivo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0FBFA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leito → 1 paciente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2194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atende um paciente por vez (status controlado)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0FBFA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</a:t>
            </a:r>
            <a:r>
              <a:rPr lang="en-US" sz="1600" b="1" dirty="0" err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</a:t>
            </a: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→ N pacientes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pode ser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0FBFA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Leitos dentro da clinica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3749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Quartos vinculados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ambulatórios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 cadastrados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Conceitual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Entidades, atributos e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relacionamentos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pic>
        <p:nvPicPr>
          <p:cNvPr id="4" name="Image 0" descr="/home/claude/apresentacao/imagens/conceitu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143000"/>
            <a:ext cx="80467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</a:t>
            </a: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com PKs e FKs no lado correto dos relacionamentos</a:t>
            </a:r>
            <a:endParaRPr lang="en-US" sz="1300" dirty="0"/>
          </a:p>
        </p:txBody>
      </p:sp>
      <p:pic>
        <p:nvPicPr>
          <p:cNvPr id="4" name="Image 0" descr="/home/claude/apresentacao/imagens/logic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143000"/>
            <a:ext cx="80467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Fisico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pelo DBeaver — PostgreSQL com tipos, constraints e a view do sistema</a:t>
            </a:r>
            <a:endParaRPr lang="en-US" sz="1300" dirty="0"/>
          </a:p>
        </p:txBody>
      </p:sp>
      <p:pic>
        <p:nvPicPr>
          <p:cNvPr id="4" name="Image 0" descr="/home/claude/apresentacao/imagens/fisic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143000"/>
            <a:ext cx="80467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das tabelas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tabelas novas — PKs, FKs 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44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codq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PK identity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nroa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FK → 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ambulatorios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INT UNIQUE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endParaRPr lang="en-US" sz="1100" dirty="0">
              <a:solidFill>
                <a:srgbClr val="1E293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Tipo: (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individual|duplo|coletivo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37160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444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9000" y="205740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codl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PK identity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codq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FK → quartos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INT</a:t>
            </a:r>
          </a:p>
          <a:p>
            <a:pPr marL="0" indent="0">
              <a:spcAft>
                <a:spcPts val="600"/>
              </a:spcAft>
              <a:buNone/>
            </a:pP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      (disponivel|ocupado|manutencao)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37160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444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internacoes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17920" y="205740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PK identity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codp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codm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codl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FKs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data_entrada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data_saida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VARCHAR(100)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PKs usam INT4 GENERATED ALWAYS AS IDENTITY (</a:t>
            </a:r>
            <a:r>
              <a:rPr lang="en-US" sz="11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PostgreSQL)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View, Procedure e Trigger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0FB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83080" y="1435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vw_internacoes_ativas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todas as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andamento (data_saida IS NULL) com nome do paciente, medico, especialidade, leito, quarto e andar — JOIN de 5 tabelas em uma consulta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0FB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517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51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2624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sp_registrar_internacao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(codp, codm, codl, motivo). Valida se o leito esta disponivel, insere o registro de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internação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atualiza o status do leito para ocupado em uma unica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0FB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84048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40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38130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tg_liberar_leito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Disparada AFTER UPDATE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Quando data_saida e preenchida (alta do paciente), libera automaticamente o leito mudando o status para disponivel.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uso pelo sistema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interage com o banco em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internação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23813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</a:t>
            </a:r>
            <a:r>
              <a:rPr lang="en-US" sz="15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internação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1783080"/>
            <a:ext cx="7223760" cy="594360"/>
          </a:xfrm>
          <a:prstGeom prst="roundRect">
            <a:avLst>
              <a:gd name="adj" fmla="val 7692"/>
            </a:avLst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8288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sp_registrar_internacao(10, 4, 6, 'Costela fraturada');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25603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 quem esta internado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2926080"/>
            <a:ext cx="7223760" cy="594360"/>
          </a:xfrm>
          <a:prstGeom prst="roundRect">
            <a:avLst>
              <a:gd name="adj" fmla="val 7692"/>
            </a:avLst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29718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vw_internacoes_ativas;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0" y="37033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 alta ao paciente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71600" y="4069080"/>
            <a:ext cx="7223760" cy="594360"/>
          </a:xfrm>
          <a:prstGeom prst="roundRect">
            <a:avLst>
              <a:gd name="adj" fmla="val 7692"/>
            </a:avLst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08760" y="41148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internacoes SET data_saida = CURRENT_DATE WHERE codi = 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trigger libera o leito automaticamente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logica encapsulada no banco — o sistema so faz CALL e SELECT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4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github.com/pew404/trabalho_final_db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990</Words>
  <Application>Microsoft Office PowerPoint</Application>
  <PresentationFormat>Apresentação na tela (16:9)</PresentationFormat>
  <Paragraphs>85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de Internacao - Banco de Dados I</dc:title>
  <dc:subject>PptxGenJS Presentation</dc:subject>
  <dc:creator>Vini</dc:creator>
  <cp:lastModifiedBy>Vini</cp:lastModifiedBy>
  <cp:revision>4</cp:revision>
  <dcterms:created xsi:type="dcterms:W3CDTF">2026-06-16T03:36:27Z</dcterms:created>
  <dcterms:modified xsi:type="dcterms:W3CDTF">2026-06-17T22:36:07Z</dcterms:modified>
</cp:coreProperties>
</file>